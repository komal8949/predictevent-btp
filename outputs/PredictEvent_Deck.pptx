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PredictEvent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BD5E0"/>
                </a:solidFill>
                <a:latin typeface="Calibri"/>
              </a:rPr>
              <a:t>Event-Driven Congestion Intelligence for Bengaluru Traffic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Calibri"/>
              </a:rPr>
              <a:t>Theme 2  |  BTP × Flipkart Hackathon  |  Forecast impact → recommend manpower, barricading &amp; diversion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Rallies, festivals, sports, processions, VIP movement, construction &amp; sudden incidents choke Bengaluru's corridors.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Event impact is not quantified in advance — which corridor, how hard, tomorrow?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Resource deployment is experience-driven — manpower &amp; barricades decided by gut feel.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No post-event learning loop — the same mistakes repeat.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Goal: turn 8,173 historical events into a forward-looking deployment planner.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365D"/>
                </a:solidFill>
              </a:rPr>
              <a:t>• A laptop-deployable decision-support engine (no GPU) with 3 parts: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– Hotspot Load Forecaster  →  forecast load per corridor for tomorrow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– Closure-Risk Classifier  →  barricade &amp; RED/AMBER/GREEN triage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– OR Optimization Engine  →  SLA-guaranteed officers + coverage-optimal placement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365D"/>
                </a:solidFill>
              </a:rPr>
              <a:t>• Uses ONLY the provided ASTRAM dataset. Interpretable, deployable today.</a:t>
            </a:r>
          </a:p>
        </p:txBody>
      </p:sp>
      <p:pic>
        <p:nvPicPr>
          <p:cNvPr id="5" name="Picture 4" descr="spatia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ML Results — honest, time-based split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023360"/>
                <a:gridCol w="3566160"/>
              </a:tblGrid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Hotspot Load Forecaster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R² 0.536 · MAE 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seasonal-naive R² −0.32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Closure-Risk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ROC-AUC 0.813 · recall 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random PR-AUC 0.072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Duration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not reliably learnable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44444"/>
                          </a:solidFill>
                        </a:rPr>
                        <a:t>(data limitation, see findings)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65D"/>
                </a:solidFill>
                <a:latin typeface="Calibri"/>
              </a:rPr>
              <a:t>Operating point: recall-floor — catches ≥75% of closures (a missed closure costs BTP more).</a:t>
            </a:r>
          </a:p>
          <a:p>
            <a:pPr algn="l"/>
            <a:r>
              <a:rPr sz="1400" b="0">
                <a:solidFill>
                  <a:srgbClr val="1A365D"/>
                </a:solidFill>
                <a:latin typeface="Calibri"/>
              </a:rPr>
              <a:t>Top drivers (permutation importance): event_cause ≫ corridor &gt; location &gt; vehicle type.</a:t>
            </a:r>
          </a:p>
          <a:p>
            <a:pPr algn="l"/>
            <a:r>
              <a:rPr sz="1400" b="0">
                <a:solidFill>
                  <a:srgbClr val="1A365D"/>
                </a:solidFill>
                <a:latin typeface="Calibri"/>
              </a:rPr>
              <a:t>Deep ST-model: MAE 2.12 vs GBM 2.24 (~5% better, R² tied); ensemble R² 0.55. GBM kept in prod.</a:t>
            </a:r>
          </a:p>
          <a:p>
            <a:pPr algn="l"/>
            <a:r>
              <a:rPr sz="1400" b="0">
                <a:solidFill>
                  <a:srgbClr val="1A365D"/>
                </a:solidFill>
                <a:latin typeface="Calibri"/>
              </a:rPr>
              <a:t>Calibrated probabilities: ECE 0.33→0.02, Brier 0.185→0.058 — '81% risk' really means ~81%.</a:t>
            </a:r>
          </a:p>
          <a:p>
            <a:pPr algn="l"/>
            <a:r>
              <a:rPr sz="1400" b="0">
                <a:solidFill>
                  <a:srgbClr val="1A365D"/>
                </a:solidFill>
                <a:latin typeface="Calibri"/>
              </a:rPr>
              <a:t>Cross-validated (5-fold expanding): hotspot R² 0.56±0.14, closure AUC 0.73±0.05 — spread, not cherry-pick.</a:t>
            </a:r>
          </a:p>
        </p:txBody>
      </p:sp>
      <p:pic>
        <p:nvPicPr>
          <p:cNvPr id="6" name="Picture 5" descr="closur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93192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OR Optimization Engine —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We replaced heuristic rules with the forecast→optimize pattern used in deployed police systems.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Manpower = M/M/c queueing (Erlang-C): officer count sized so expected response wait ≤ SLA (e.g. 5 min) — a number WITH a service-level guarantee.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Barricade placement = Maximum Coverage Location Problem (MCLP): place P units to cover max risk×load-weighted demand (PuLP/CBC).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Risk×load weighting: both high-traffic AND high-risk corridors, per OR location-allocation literature.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Every number is traceable — no black box. Evidence: SMU IJCAI-2019, Vlahogianni 2019, Miao/Easa 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Findings That Build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Timestamps are local IST mislabeled '+00' — proven via bimodal rush-hour signature; we use stored hour as-is.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closed_datetime is administrative ticket-close, NOT on-ground clearance → exact duration not learnable. We refuse to over-claim it.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We caught &amp; removed target leakage: end-coordinate flag is filled BECAUSE a closure happened (98% vs 0%) — faked ROC-AUC 1.0.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</a:rPr>
              <a:t>– Permutation importance exposed it; dropping it gives the honest 0.81.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65D"/>
                </a:solidFill>
              </a:rPr>
              <a:t>• Event-driven causes (public_event, procession, VIP, protest) have 40–80% closure rates — the true Theme-2 targets.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Prototype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Event Simulator — type an event (e.g. IPL match @ Chinnaswamy) → instant risk %, tier, personnel, barricade &amp; diversion.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Hotspot Forecast + Manpower — pick a day → corridor load + recommended personnel.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Live Event Triage — every event ranked by closure-risk with action tier + map.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Analytics — historical patterns + feature importance.</a:t>
            </a:r>
          </a:p>
        </p:txBody>
      </p:sp>
      <p:pic>
        <p:nvPicPr>
          <p:cNvPr id="5" name="Picture 4" descr="event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5486400" cy="2438400"/>
          </a:xfrm>
          <a:prstGeom prst="rect">
            <a:avLst/>
          </a:prstGeom>
        </p:spPr>
      </p:pic>
      <p:pic>
        <p:nvPicPr>
          <p:cNvPr id="6" name="Picture 5" descr="dail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657600"/>
            <a:ext cx="54864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It Fits in BTP's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BATCS optimizes the SIGNALS — adaptive timing at 165 junctions (CoSiCoSt). Not people.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ASTRAM SEES the city — awareness, 15-min alerts, microsimulation. (Our dataset's source.)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Neither produces a prescriptive police-deployment plan.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PredictEvent DECIDES the deployment — turns ASTRAM's event data into an officer count with a service-level guarantee + coverage-optimal placement.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A prescriptive module on top of the stack BTP already runs — it extends ASTRAM, doesn't compete.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It Wins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Solves BTP's actual #1 pain — event manpower planning, not a tech demo.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OR-optimized, SLA-guaranteed deployment — not heuristic rules.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Honest, leakage-checked metrics — survives a technical jury.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Plugs into ASTRAM; deployable today; provided-data only.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365D"/>
                </a:solidFill>
              </a:rPr>
              <a:t>• Roadmap: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</a:rPr>
              <a:t>– Live ASTRAM API feed → real clearance timestamps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</a:rPr>
              <a:t>– Capacitated city-wide MCLP + IP shift-scheduling (ILS/tabu fast replanning)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44444"/>
                </a:solidFill>
              </a:rPr>
              <a:t>– Mobile officer app + automatic retraining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